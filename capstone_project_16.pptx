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70" r:id="rId9"/>
    <p:sldId id="274" r:id="rId10"/>
    <p:sldId id="271" r:id="rId11"/>
    <p:sldId id="272" r:id="rId12"/>
    <p:sldId id="261" r:id="rId13"/>
    <p:sldId id="262" r:id="rId14"/>
    <p:sldId id="273" r:id="rId15"/>
    <p:sldId id="275" r:id="rId16"/>
    <p:sldId id="276" r:id="rId17"/>
    <p:sldId id="263" r:id="rId18"/>
    <p:sldId id="264" r:id="rId19"/>
    <p:sldId id="265" r:id="rId20"/>
    <p:sldId id="266" r:id="rId21"/>
    <p:sldId id="26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E3BB4F97-B018-4527-8875-7E0F6A462D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FB228358-86F2-4230-A882-B6312715F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67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4F97-B018-4527-8875-7E0F6A462D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8358-86F2-4230-A882-B6312715F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485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4F97-B018-4527-8875-7E0F6A462D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8358-86F2-4230-A882-B6312715F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03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4F97-B018-4527-8875-7E0F6A462D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8358-86F2-4230-A882-B6312715F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931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4F97-B018-4527-8875-7E0F6A462D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8358-86F2-4230-A882-B6312715F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326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4F97-B018-4527-8875-7E0F6A462D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8358-86F2-4230-A882-B6312715F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416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4F97-B018-4527-8875-7E0F6A462D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8358-86F2-4230-A882-B6312715F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62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4F97-B018-4527-8875-7E0F6A462D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8358-86F2-4230-A882-B6312715F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68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4F97-B018-4527-8875-7E0F6A462D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8358-86F2-4230-A882-B6312715F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389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4F97-B018-4527-8875-7E0F6A462D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8358-86F2-4230-A882-B6312715F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734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4F97-B018-4527-8875-7E0F6A462D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8358-86F2-4230-A882-B6312715F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91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4F97-B018-4527-8875-7E0F6A462D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8358-86F2-4230-A882-B6312715F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400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4F97-B018-4527-8875-7E0F6A462D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8358-86F2-4230-A882-B6312715F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694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4F97-B018-4527-8875-7E0F6A462D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8358-86F2-4230-A882-B6312715F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8565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B4F97-B018-4527-8875-7E0F6A462D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8358-86F2-4230-A882-B6312715F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101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E3BB4F97-B018-4527-8875-7E0F6A462D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8358-86F2-4230-A882-B6312715F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09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E3BB4F97-B018-4527-8875-7E0F6A462D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28358-86F2-4230-A882-B6312715F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223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E3BB4F97-B018-4527-8875-7E0F6A462D6B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FB228358-86F2-4230-A882-B6312715F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401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33EB5-4E5A-43ED-FA9B-6ABAB28B3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056640"/>
            <a:ext cx="8825658" cy="1661648"/>
          </a:xfrm>
        </p:spPr>
        <p:txBody>
          <a:bodyPr/>
          <a:lstStyle/>
          <a:p>
            <a:r>
              <a:rPr lang="en-US" dirty="0"/>
              <a:t>CAPSTONE PROJECT TEAM 16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5EC19-0870-C772-F392-515D058E1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058160"/>
            <a:ext cx="8825658" cy="2580640"/>
          </a:xfrm>
        </p:spPr>
        <p:txBody>
          <a:bodyPr>
            <a:normAutofit fontScale="77500" lnSpcReduction="20000"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tr-TR" sz="4400" dirty="0" err="1"/>
              <a:t>Mrunal</a:t>
            </a:r>
            <a:r>
              <a:rPr lang="tr-TR" sz="4400" dirty="0"/>
              <a:t> </a:t>
            </a:r>
            <a:r>
              <a:rPr lang="tr-TR" sz="4400" dirty="0" err="1"/>
              <a:t>Dipjay</a:t>
            </a:r>
            <a:r>
              <a:rPr lang="tr-TR" sz="4400" dirty="0"/>
              <a:t> </a:t>
            </a:r>
            <a:r>
              <a:rPr lang="tr-TR" sz="4400" dirty="0" err="1"/>
              <a:t>Vichare</a:t>
            </a:r>
            <a:r>
              <a:rPr lang="tr-TR" sz="4400" dirty="0"/>
              <a:t> 7223247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tr-TR" sz="4400" dirty="0" err="1"/>
              <a:t>Ashwin</a:t>
            </a:r>
            <a:r>
              <a:rPr lang="tr-TR" sz="4400" dirty="0"/>
              <a:t> </a:t>
            </a:r>
            <a:r>
              <a:rPr lang="tr-TR" sz="4400" dirty="0" err="1"/>
              <a:t>Balaji</a:t>
            </a:r>
            <a:r>
              <a:rPr lang="tr-TR" sz="4400" dirty="0"/>
              <a:t> Arun Kumar 7224514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tr-TR" sz="4400" dirty="0" err="1"/>
              <a:t>Adithya</a:t>
            </a:r>
            <a:r>
              <a:rPr lang="tr-TR" sz="4400" dirty="0"/>
              <a:t> </a:t>
            </a:r>
            <a:r>
              <a:rPr lang="tr-TR" sz="4400" dirty="0" err="1"/>
              <a:t>Ambazhappilly</a:t>
            </a:r>
            <a:r>
              <a:rPr lang="tr-TR" sz="4400" dirty="0"/>
              <a:t> </a:t>
            </a:r>
            <a:r>
              <a:rPr lang="tr-TR" sz="4400" dirty="0" err="1"/>
              <a:t>Radhakrishnan</a:t>
            </a:r>
            <a:r>
              <a:rPr lang="tr-TR" sz="4400" dirty="0"/>
              <a:t> 7224277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tr-TR" sz="4400" dirty="0"/>
              <a:t>Ulaş Arslan 7223322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780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6C8EEA-FB61-FB6E-BE33-EDE42029ABAC}"/>
              </a:ext>
            </a:extLst>
          </p:cNvPr>
          <p:cNvSpPr/>
          <p:nvPr/>
        </p:nvSpPr>
        <p:spPr>
          <a:xfrm>
            <a:off x="1899921" y="2693015"/>
            <a:ext cx="7965439" cy="258532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6">
                    <a:lumMod val="50000"/>
                  </a:schemeClr>
                </a:solidFill>
                <a:effectLst/>
              </a:rPr>
              <a:t>Project Topic: Automated Pharmacy</a:t>
            </a:r>
          </a:p>
          <a:p>
            <a:pPr algn="ctr"/>
            <a:r>
              <a:rPr lang="en-US" sz="54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accent6">
                    <a:lumMod val="50000"/>
                  </a:schemeClr>
                </a:solidFill>
              </a:rPr>
              <a:t>Storage System</a:t>
            </a:r>
            <a:endParaRPr lang="en-US" sz="5400" b="1" cap="none" spc="0" dirty="0">
              <a:ln w="12700" cmpd="sng">
                <a:solidFill>
                  <a:schemeClr val="accent4"/>
                </a:solidFill>
                <a:prstDash val="solid"/>
              </a:ln>
              <a:solidFill>
                <a:schemeClr val="accent6">
                  <a:lumMod val="5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23063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08125-1310-F9BE-4C36-CB08400AF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DESCRIPTION OF DOMAIN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9FD56-1CD9-A8EC-1226-7DBB31FCC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438400"/>
            <a:ext cx="8825659" cy="3581400"/>
          </a:xfrm>
        </p:spPr>
        <p:txBody>
          <a:bodyPr/>
          <a:lstStyle/>
          <a:p>
            <a:r>
              <a:rPr lang="en-US" dirty="0"/>
              <a:t>This project models the core domain of a small warehouse management system that manages the storage, transportation, and distribution of medication to tasks and orders.</a:t>
            </a:r>
          </a:p>
          <a:p>
            <a:r>
              <a:rPr lang="en-US" dirty="0"/>
              <a:t>The subsystems are follows:</a:t>
            </a:r>
          </a:p>
          <a:p>
            <a:pPr lvl="1"/>
            <a:r>
              <a:rPr lang="en-US" dirty="0"/>
              <a:t>Storage management</a:t>
            </a:r>
          </a:p>
          <a:p>
            <a:pPr lvl="1"/>
            <a:r>
              <a:rPr lang="en-US" dirty="0"/>
              <a:t>Task management</a:t>
            </a:r>
          </a:p>
          <a:p>
            <a:pPr lvl="1"/>
            <a:r>
              <a:rPr lang="en-US" dirty="0"/>
              <a:t>Charging stations</a:t>
            </a:r>
          </a:p>
          <a:p>
            <a:pPr lvl="1"/>
            <a:r>
              <a:rPr lang="en-US" dirty="0"/>
              <a:t>Order Management</a:t>
            </a:r>
          </a:p>
        </p:txBody>
      </p:sp>
    </p:spTree>
    <p:extLst>
      <p:ext uri="{BB962C8B-B14F-4D97-AF65-F5344CB8AC3E}">
        <p14:creationId xmlns:p14="http://schemas.microsoft.com/office/powerpoint/2010/main" val="2716870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0E749-53C8-7368-D4B2-B771B416D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748A6-4E50-C827-8134-48B367139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448560"/>
            <a:ext cx="8923766" cy="3860800"/>
          </a:xfrm>
        </p:spPr>
        <p:txBody>
          <a:bodyPr/>
          <a:lstStyle/>
          <a:p>
            <a:r>
              <a:rPr lang="tr-TR" dirty="0" err="1"/>
              <a:t>Mrunal</a:t>
            </a:r>
            <a:r>
              <a:rPr lang="tr-TR" dirty="0"/>
              <a:t> </a:t>
            </a:r>
            <a:r>
              <a:rPr lang="tr-TR" dirty="0" err="1"/>
              <a:t>Dipjay</a:t>
            </a:r>
            <a:r>
              <a:rPr lang="tr-TR" dirty="0"/>
              <a:t> </a:t>
            </a:r>
            <a:r>
              <a:rPr lang="tr-TR" dirty="0" err="1"/>
              <a:t>Vichare</a:t>
            </a:r>
            <a:r>
              <a:rPr lang="tr-TR" dirty="0"/>
              <a:t>: </a:t>
            </a:r>
            <a:r>
              <a:rPr lang="tr-TR" dirty="0" err="1"/>
              <a:t>Order</a:t>
            </a:r>
            <a:r>
              <a:rPr lang="tr-TR" dirty="0"/>
              <a:t> Management, </a:t>
            </a:r>
            <a:r>
              <a:rPr lang="tr-TR" dirty="0" err="1"/>
              <a:t>Charging</a:t>
            </a:r>
            <a:r>
              <a:rPr lang="tr-TR" dirty="0"/>
              <a:t> Station, </a:t>
            </a:r>
            <a:r>
              <a:rPr lang="tr-TR" dirty="0" err="1"/>
              <a:t>Exceptions</a:t>
            </a:r>
            <a:r>
              <a:rPr lang="tr-TR" dirty="0"/>
              <a:t>, </a:t>
            </a:r>
            <a:r>
              <a:rPr lang="tr-TR" dirty="0" err="1"/>
              <a:t>Unit</a:t>
            </a:r>
            <a:r>
              <a:rPr lang="tr-TR" dirty="0"/>
              <a:t> </a:t>
            </a:r>
            <a:r>
              <a:rPr lang="tr-TR" dirty="0" err="1"/>
              <a:t>tests</a:t>
            </a:r>
            <a:endParaRPr lang="tr-TR" dirty="0"/>
          </a:p>
          <a:p>
            <a:r>
              <a:rPr lang="tr-TR" dirty="0" err="1"/>
              <a:t>Ashwin</a:t>
            </a:r>
            <a:r>
              <a:rPr lang="tr-TR" dirty="0"/>
              <a:t> </a:t>
            </a:r>
            <a:r>
              <a:rPr lang="tr-TR" dirty="0" err="1"/>
              <a:t>Balaji</a:t>
            </a:r>
            <a:r>
              <a:rPr lang="tr-TR" dirty="0"/>
              <a:t> Arun Kumar: HMI, </a:t>
            </a:r>
            <a:r>
              <a:rPr lang="tr-TR" dirty="0" err="1"/>
              <a:t>Exceptions</a:t>
            </a:r>
            <a:r>
              <a:rPr lang="tr-TR" dirty="0"/>
              <a:t>, </a:t>
            </a:r>
            <a:r>
              <a:rPr lang="tr-TR" dirty="0" err="1"/>
              <a:t>Unit</a:t>
            </a:r>
            <a:r>
              <a:rPr lang="tr-TR" dirty="0"/>
              <a:t> </a:t>
            </a:r>
            <a:r>
              <a:rPr lang="tr-TR" dirty="0" err="1"/>
              <a:t>tests</a:t>
            </a:r>
            <a:endParaRPr lang="tr-TR" dirty="0"/>
          </a:p>
          <a:p>
            <a:r>
              <a:rPr lang="tr-TR" dirty="0" err="1"/>
              <a:t>Adithya</a:t>
            </a:r>
            <a:r>
              <a:rPr lang="tr-TR" dirty="0"/>
              <a:t> </a:t>
            </a:r>
            <a:r>
              <a:rPr lang="tr-TR" dirty="0" err="1"/>
              <a:t>Ambazhappilly</a:t>
            </a:r>
            <a:r>
              <a:rPr lang="tr-TR" dirty="0"/>
              <a:t> </a:t>
            </a:r>
            <a:r>
              <a:rPr lang="tr-TR" dirty="0" err="1"/>
              <a:t>Radhakrishnan</a:t>
            </a:r>
            <a:r>
              <a:rPr lang="tr-TR" dirty="0"/>
              <a:t>: Storage Management, </a:t>
            </a:r>
            <a:r>
              <a:rPr lang="tr-TR" dirty="0" err="1"/>
              <a:t>Exceptions</a:t>
            </a:r>
            <a:r>
              <a:rPr lang="tr-TR" dirty="0"/>
              <a:t>, </a:t>
            </a:r>
            <a:r>
              <a:rPr lang="tr-TR" dirty="0" err="1"/>
              <a:t>Unit</a:t>
            </a:r>
            <a:r>
              <a:rPr lang="tr-TR" dirty="0"/>
              <a:t> </a:t>
            </a:r>
            <a:r>
              <a:rPr lang="tr-TR" dirty="0" err="1"/>
              <a:t>tests</a:t>
            </a:r>
            <a:endParaRPr lang="tr-TR" dirty="0"/>
          </a:p>
          <a:p>
            <a:r>
              <a:rPr lang="tr-TR" dirty="0"/>
              <a:t>Ulaş Arslan:</a:t>
            </a:r>
            <a:r>
              <a:rPr lang="de-DE" dirty="0"/>
              <a:t> </a:t>
            </a:r>
            <a:r>
              <a:rPr lang="tr-TR" dirty="0" err="1"/>
              <a:t>Task</a:t>
            </a:r>
            <a:r>
              <a:rPr lang="tr-TR" dirty="0"/>
              <a:t> Management, </a:t>
            </a:r>
            <a:r>
              <a:rPr lang="tr-TR" dirty="0" err="1"/>
              <a:t>Logging</a:t>
            </a:r>
            <a:r>
              <a:rPr lang="tr-TR" dirty="0"/>
              <a:t>, Database, </a:t>
            </a:r>
            <a:r>
              <a:rPr lang="tr-TR" dirty="0" err="1"/>
              <a:t>Exceptions</a:t>
            </a:r>
            <a:r>
              <a:rPr lang="tr-TR" dirty="0"/>
              <a:t>, </a:t>
            </a:r>
            <a:r>
              <a:rPr lang="tr-TR" dirty="0" err="1"/>
              <a:t>Unit</a:t>
            </a:r>
            <a:r>
              <a:rPr lang="tr-TR" dirty="0"/>
              <a:t> </a:t>
            </a:r>
            <a:r>
              <a:rPr lang="tr-TR" dirty="0" err="1"/>
              <a:t>tests</a:t>
            </a:r>
            <a:endParaRPr lang="tr-TR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75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AB8D0-1B86-0E2D-6008-67982A373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OF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95E29-7F9D-E661-1F78-E6865A62A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520" y="2397760"/>
            <a:ext cx="8995093" cy="3622040"/>
          </a:xfrm>
        </p:spPr>
        <p:txBody>
          <a:bodyPr>
            <a:normAutofit fontScale="92500"/>
          </a:bodyPr>
          <a:lstStyle/>
          <a:p>
            <a:r>
              <a:rPr lang="en-US" dirty="0"/>
              <a:t>Each station has capacity, availability, location, and status</a:t>
            </a:r>
          </a:p>
          <a:p>
            <a:r>
              <a:rPr lang="en-US" dirty="0"/>
              <a:t>Charging Stations support equipment or robots requiring periodic charging</a:t>
            </a:r>
          </a:p>
          <a:p>
            <a:r>
              <a:rPr lang="en-US" dirty="0"/>
              <a:t>Tasks represent work units in the system (e.g., moving stock, processing orders)</a:t>
            </a:r>
          </a:p>
          <a:p>
            <a:r>
              <a:rPr lang="en-US" dirty="0"/>
              <a:t>Each Task has: ID, type, assigned resource and status</a:t>
            </a:r>
          </a:p>
          <a:p>
            <a:r>
              <a:rPr lang="en-US" dirty="0"/>
              <a:t>Storage Locations have capacity and current load, validated on each operation</a:t>
            </a:r>
          </a:p>
          <a:p>
            <a:r>
              <a:rPr lang="en-US" dirty="0" err="1"/>
              <a:t>StorageException</a:t>
            </a:r>
            <a:r>
              <a:rPr lang="en-US" dirty="0"/>
              <a:t>, </a:t>
            </a:r>
            <a:r>
              <a:rPr lang="tr-TR" dirty="0" err="1"/>
              <a:t>TaskAssignmentException</a:t>
            </a:r>
            <a:r>
              <a:rPr lang="de-DE" dirty="0"/>
              <a:t>, </a:t>
            </a:r>
            <a:r>
              <a:rPr lang="tr-TR" dirty="0" err="1"/>
              <a:t>IllegalArgumentException</a:t>
            </a:r>
            <a:r>
              <a:rPr lang="de-DE" dirty="0"/>
              <a:t> etc. </a:t>
            </a:r>
            <a:r>
              <a:rPr lang="de-DE" dirty="0" err="1"/>
              <a:t>handled</a:t>
            </a:r>
            <a:r>
              <a:rPr lang="de-DE" dirty="0"/>
              <a:t> in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.</a:t>
            </a:r>
            <a:r>
              <a:rPr lang="en-US" dirty="0"/>
              <a:t> </a:t>
            </a:r>
          </a:p>
          <a:p>
            <a:r>
              <a:rPr lang="en-US" dirty="0"/>
              <a:t>All key operations and errors must be logged</a:t>
            </a:r>
          </a:p>
          <a:p>
            <a:r>
              <a:rPr lang="en-US" dirty="0"/>
              <a:t>System should have a unit testes.</a:t>
            </a:r>
          </a:p>
        </p:txBody>
      </p:sp>
    </p:spTree>
    <p:extLst>
      <p:ext uri="{BB962C8B-B14F-4D97-AF65-F5344CB8AC3E}">
        <p14:creationId xmlns:p14="http://schemas.microsoft.com/office/powerpoint/2010/main" val="2599007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D9DA1-A58A-2D0A-7BFF-4726065A1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AND COMPONENTS DIAGRAMS : Charging Station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52FF1DC-450E-6EF2-DF10-196C61A510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739" y="2356177"/>
            <a:ext cx="4976037" cy="4318000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5D67A1-7169-9100-92F8-C0C52BE8C6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5867" y="2901557"/>
            <a:ext cx="61722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841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401BB-5CA5-DD9B-41EE-D29E9BFE9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AND COMPONENTS DIAGRAMS: Logging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4E5DBB-A3A5-00F8-9B05-E00C5D896C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418" y="3429000"/>
            <a:ext cx="3190875" cy="172402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739717-3F44-A1E0-5C27-E27BAD571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86" y="2309566"/>
            <a:ext cx="5731497" cy="454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439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124EE-DC5D-405E-2829-686ECF5A5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AND COMPONENTS DIAGRAMS : Order Management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9E0A80-DE3F-BCAF-4365-44F2958D6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923" y="2186562"/>
            <a:ext cx="11378153" cy="453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95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8B310-5AAA-7D36-1E10-68E245BCB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A1362-471D-F2FA-BCBB-0B6859261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AND COMPONENTS DIAGRAMS : Order Management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8C323B-7B22-1B4F-E40F-767A22FC7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621" y="3214612"/>
            <a:ext cx="8824913" cy="1626587"/>
          </a:xfrm>
        </p:spPr>
      </p:pic>
    </p:spTree>
    <p:extLst>
      <p:ext uri="{BB962C8B-B14F-4D97-AF65-F5344CB8AC3E}">
        <p14:creationId xmlns:p14="http://schemas.microsoft.com/office/powerpoint/2010/main" val="2373831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E7B7B-C281-3726-F0FB-96CE25CCA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AND COMPONENTS DIAGRAMS : Storage Management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320CE4-798C-ECD9-6157-82CE0F882E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65" y="2163096"/>
            <a:ext cx="4886631" cy="4694903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FE85E7-B6D4-A704-1397-D02C95E1AB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450" y="2784910"/>
            <a:ext cx="619755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512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65B42-7A8A-AF56-3E28-F92EE5474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AND COMPONENTS DIAGRAMS : Task Management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992EE7-4BE6-2200-DF4A-DE4737B4C1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908" y="2906357"/>
            <a:ext cx="5468193" cy="28956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145818-2210-FCFA-6E2C-72F57A7F6B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814" y="2158738"/>
            <a:ext cx="4930219" cy="469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498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63ADC-A3C1-EE96-AB04-B58E313C6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I/O IN THE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2095E-F72C-C4B4-EECB-0FC04F777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Logging:</a:t>
            </a:r>
          </a:p>
          <a:p>
            <a:pPr lvl="1"/>
            <a:r>
              <a:rPr lang="en-US" dirty="0"/>
              <a:t>Each subsystem writes logs to daily files.</a:t>
            </a:r>
          </a:p>
          <a:p>
            <a:pPr lvl="1"/>
            <a:r>
              <a:rPr lang="en-US" dirty="0"/>
              <a:t>Logs save</a:t>
            </a:r>
          </a:p>
          <a:p>
            <a:pPr lvl="2"/>
            <a:r>
              <a:rPr lang="en-US" dirty="0"/>
              <a:t>AGV movements</a:t>
            </a:r>
          </a:p>
          <a:p>
            <a:pPr lvl="2"/>
            <a:r>
              <a:rPr lang="en-US" dirty="0"/>
              <a:t>Charging station events</a:t>
            </a:r>
          </a:p>
          <a:p>
            <a:pPr lvl="2"/>
            <a:r>
              <a:rPr lang="en-US" dirty="0"/>
              <a:t>Storage operations</a:t>
            </a:r>
          </a:p>
          <a:p>
            <a:pPr lvl="2"/>
            <a:r>
              <a:rPr lang="en-US" dirty="0"/>
              <a:t>Task processing steps</a:t>
            </a:r>
          </a:p>
          <a:p>
            <a:pPr lvl="2"/>
            <a:r>
              <a:rPr lang="en-US" dirty="0"/>
              <a:t>Error &amp; exception chain and similar event</a:t>
            </a:r>
          </a:p>
          <a:p>
            <a:pPr lvl="1"/>
            <a:r>
              <a:rPr lang="en-US" dirty="0"/>
              <a:t>Purpose: Debugging, tracing, historical event analysis</a:t>
            </a:r>
          </a:p>
          <a:p>
            <a:pPr lvl="1"/>
            <a:r>
              <a:rPr lang="en-US" dirty="0"/>
              <a:t>Tools: </a:t>
            </a:r>
            <a:r>
              <a:rPr lang="tr-TR" dirty="0" err="1"/>
              <a:t>FileWriter</a:t>
            </a:r>
            <a:r>
              <a:rPr lang="de-DE" dirty="0"/>
              <a:t>, </a:t>
            </a:r>
            <a:r>
              <a:rPr lang="tr-TR" dirty="0" err="1"/>
              <a:t>BufferedWriter</a:t>
            </a:r>
            <a:r>
              <a:rPr lang="de-DE" dirty="0"/>
              <a:t> (Byte and </a:t>
            </a:r>
            <a:r>
              <a:rPr lang="de-DE" dirty="0" err="1"/>
              <a:t>Charachter</a:t>
            </a:r>
            <a:r>
              <a:rPr lang="de-DE" dirty="0"/>
              <a:t> </a:t>
            </a:r>
            <a:r>
              <a:rPr lang="de-DE" dirty="0" err="1"/>
              <a:t>streams</a:t>
            </a:r>
            <a:r>
              <a:rPr lang="de-DE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438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72C50-85AB-F2E8-1F72-4F74ED783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I/O IN THE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E8550-E7F0-5AD6-7858-C496673A4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Databases:</a:t>
            </a:r>
          </a:p>
          <a:p>
            <a:pPr lvl="1"/>
            <a:r>
              <a:rPr lang="en-US" dirty="0"/>
              <a:t>Database generator creates csv files for these </a:t>
            </a:r>
            <a:r>
              <a:rPr lang="en-US" dirty="0" err="1"/>
              <a:t>instaances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AGV</a:t>
            </a:r>
          </a:p>
          <a:p>
            <a:pPr lvl="2"/>
            <a:r>
              <a:rPr lang="en-US" dirty="0"/>
              <a:t>Charging Station</a:t>
            </a:r>
          </a:p>
          <a:p>
            <a:pPr lvl="2"/>
            <a:r>
              <a:rPr lang="en-US" dirty="0"/>
              <a:t>Medicine</a:t>
            </a:r>
          </a:p>
          <a:p>
            <a:pPr lvl="2"/>
            <a:r>
              <a:rPr lang="en-US" dirty="0"/>
              <a:t>Order</a:t>
            </a:r>
          </a:p>
          <a:p>
            <a:pPr lvl="2"/>
            <a:r>
              <a:rPr lang="en-US" dirty="0"/>
              <a:t>Robotic Arm</a:t>
            </a:r>
          </a:p>
          <a:p>
            <a:pPr lvl="2"/>
            <a:r>
              <a:rPr lang="en-US" dirty="0"/>
              <a:t>Storage Location</a:t>
            </a:r>
          </a:p>
          <a:p>
            <a:pPr lvl="2"/>
            <a:r>
              <a:rPr lang="en-US" dirty="0"/>
              <a:t>Task</a:t>
            </a:r>
          </a:p>
          <a:p>
            <a:pPr lvl="1"/>
            <a:r>
              <a:rPr lang="en-US" dirty="0"/>
              <a:t>Purpose: Providing data to system</a:t>
            </a:r>
          </a:p>
          <a:p>
            <a:pPr lvl="1"/>
            <a:r>
              <a:rPr lang="en-US" dirty="0"/>
              <a:t>Tools: </a:t>
            </a:r>
            <a:r>
              <a:rPr lang="en-US" dirty="0" err="1"/>
              <a:t>FileWriter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508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3EFDE-FA83-DE69-CFD6-63C326D99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INTERFACES</a:t>
            </a:r>
            <a:br>
              <a:rPr lang="en-US" dirty="0"/>
            </a:br>
            <a:r>
              <a:rPr lang="en-US" dirty="0"/>
              <a:t>Main Page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E656B12-DBA8-8295-205D-9080105849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045" y="2620432"/>
            <a:ext cx="6073422" cy="3416300"/>
          </a:xfrm>
        </p:spPr>
      </p:pic>
    </p:spTree>
    <p:extLst>
      <p:ext uri="{BB962C8B-B14F-4D97-AF65-F5344CB8AC3E}">
        <p14:creationId xmlns:p14="http://schemas.microsoft.com/office/powerpoint/2010/main" val="635714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7E292-54BA-8B6B-79D5-B4B04149C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INTERFACES</a:t>
            </a:r>
            <a:br>
              <a:rPr lang="en-US" dirty="0"/>
            </a:br>
            <a:r>
              <a:rPr lang="en-US" dirty="0"/>
              <a:t>Place an Order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7D2E6-A83E-ADC8-B2F9-AD1CFB2DC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BA0D0FE7-DD4F-9F01-33C4-D8424CB65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404" y="2214880"/>
            <a:ext cx="6114715" cy="42062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8A718A-0C8E-0441-A7E2-DA756A99F1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7529" y="2214880"/>
            <a:ext cx="5057422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167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C2355-CF18-2E88-76F3-D62DA2E7B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USER INTERFACE</a:t>
            </a:r>
            <a:br>
              <a:rPr lang="de-DE" dirty="0"/>
            </a:br>
            <a:r>
              <a:rPr lang="de-DE" dirty="0"/>
              <a:t>Monitor System</a:t>
            </a:r>
            <a:br>
              <a:rPr lang="de-DE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1AFF8-4843-770F-46DC-4AA0D0C7C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C8E43D0D-B0B8-10BD-48BD-26B269C1D0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2184400"/>
            <a:ext cx="6024880" cy="44094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83D1A5-71F9-2908-7A21-BF79C5CBF3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3040" y="2184400"/>
            <a:ext cx="5283200" cy="440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912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3C600-120D-A0CC-D8EE-DE0E20F02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838200"/>
            <a:ext cx="8761413" cy="706964"/>
          </a:xfrm>
        </p:spPr>
        <p:txBody>
          <a:bodyPr/>
          <a:lstStyle/>
          <a:p>
            <a:r>
              <a:rPr lang="en-US" dirty="0"/>
              <a:t>DESCRIPTION OF CONCURRENCY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4D4A6F-F549-783A-4790-D19BD562BC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3276556"/>
              </p:ext>
            </p:extLst>
          </p:nvPr>
        </p:nvGraphicFramePr>
        <p:xfrm>
          <a:off x="1219200" y="2296160"/>
          <a:ext cx="8994141" cy="37236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8047">
                  <a:extLst>
                    <a:ext uri="{9D8B030D-6E8A-4147-A177-3AD203B41FA5}">
                      <a16:colId xmlns:a16="http://schemas.microsoft.com/office/drawing/2014/main" val="2188096732"/>
                    </a:ext>
                  </a:extLst>
                </a:gridCol>
                <a:gridCol w="2998047">
                  <a:extLst>
                    <a:ext uri="{9D8B030D-6E8A-4147-A177-3AD203B41FA5}">
                      <a16:colId xmlns:a16="http://schemas.microsoft.com/office/drawing/2014/main" val="511428372"/>
                    </a:ext>
                  </a:extLst>
                </a:gridCol>
                <a:gridCol w="2998047">
                  <a:extLst>
                    <a:ext uri="{9D8B030D-6E8A-4147-A177-3AD203B41FA5}">
                      <a16:colId xmlns:a16="http://schemas.microsoft.com/office/drawing/2014/main" val="2949964576"/>
                    </a:ext>
                  </a:extLst>
                </a:gridCol>
              </a:tblGrid>
              <a:tr h="706811">
                <a:tc>
                  <a:txBody>
                    <a:bodyPr/>
                    <a:lstStyle/>
                    <a:p>
                      <a:r>
                        <a:rPr lang="en-US" dirty="0"/>
                        <a:t>Subsystem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Conncurrency</a:t>
                      </a:r>
                      <a:r>
                        <a:rPr lang="en-US" dirty="0"/>
                        <a:t>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964549"/>
                  </a:ext>
                </a:extLst>
              </a:tr>
              <a:tr h="912964">
                <a:tc>
                  <a:txBody>
                    <a:bodyPr/>
                    <a:lstStyle/>
                    <a:p>
                      <a:r>
                        <a:rPr lang="en-US" dirty="0"/>
                        <a:t>Charging Station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Thread, Runnable, Executor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Parallel charging management of AGVs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301614"/>
                  </a:ext>
                </a:extLst>
              </a:tr>
              <a:tr h="1237568">
                <a:tc>
                  <a:txBody>
                    <a:bodyPr/>
                    <a:lstStyle/>
                    <a:p>
                      <a:r>
                        <a:rPr lang="en-US" dirty="0"/>
                        <a:t>Storage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Executor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Simultaneous storage/retrieval operations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381760"/>
                  </a:ext>
                </a:extLst>
              </a:tr>
              <a:tr h="866298">
                <a:tc>
                  <a:txBody>
                    <a:bodyPr/>
                    <a:lstStyle/>
                    <a:p>
                      <a:r>
                        <a:rPr lang="en-US" dirty="0"/>
                        <a:t>Task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Executor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Parallel processing of tasks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545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8326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C1698-3A43-EF16-16E6-6684E13F5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73A580-A968-7FC3-3A03-6EFECECAD6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6640" y="2042160"/>
            <a:ext cx="6045200" cy="4419600"/>
          </a:xfrm>
        </p:spPr>
      </p:pic>
    </p:spTree>
    <p:extLst>
      <p:ext uri="{BB962C8B-B14F-4D97-AF65-F5344CB8AC3E}">
        <p14:creationId xmlns:p14="http://schemas.microsoft.com/office/powerpoint/2010/main" val="699288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7BC6A-9201-9E8E-9DE3-9C5053FFB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CAAD53-67A9-EBA4-51EA-8F6899F3DE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1" y="1889760"/>
            <a:ext cx="6106159" cy="4257040"/>
          </a:xfrm>
        </p:spPr>
      </p:pic>
    </p:spTree>
    <p:extLst>
      <p:ext uri="{BB962C8B-B14F-4D97-AF65-F5344CB8AC3E}">
        <p14:creationId xmlns:p14="http://schemas.microsoft.com/office/powerpoint/2010/main" val="1252537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6B293-5C79-BF23-EF98-7D2EAE757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23623B-89E6-FA7D-DD52-0C27F30A44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480" y="1859280"/>
            <a:ext cx="5791200" cy="4541520"/>
          </a:xfrm>
        </p:spPr>
      </p:pic>
    </p:spTree>
    <p:extLst>
      <p:ext uri="{BB962C8B-B14F-4D97-AF65-F5344CB8AC3E}">
        <p14:creationId xmlns:p14="http://schemas.microsoft.com/office/powerpoint/2010/main" val="2429286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809C7-3E24-D4EF-DC0C-02238ABC4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A6159F-6EF9-50C5-2BBD-ADAFFA6863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2184400"/>
            <a:ext cx="5862319" cy="4460240"/>
          </a:xfrm>
        </p:spPr>
      </p:pic>
    </p:spTree>
    <p:extLst>
      <p:ext uri="{BB962C8B-B14F-4D97-AF65-F5344CB8AC3E}">
        <p14:creationId xmlns:p14="http://schemas.microsoft.com/office/powerpoint/2010/main" val="26474775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180</TotalTime>
  <Words>417</Words>
  <Application>Microsoft Office PowerPoint</Application>
  <PresentationFormat>Widescreen</PresentationFormat>
  <Paragraphs>79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Century Gothic</vt:lpstr>
      <vt:lpstr>Wingdings 3</vt:lpstr>
      <vt:lpstr>Ion Boardroom</vt:lpstr>
      <vt:lpstr>CAPSTONE PROJECT TEAM 16</vt:lpstr>
      <vt:lpstr>PowerPoint Presentation</vt:lpstr>
      <vt:lpstr>DESCRIPTION OF DOMAIN</vt:lpstr>
      <vt:lpstr>ROLE DISTRIBUTION</vt:lpstr>
      <vt:lpstr>REQUIREMENTS OF PROJECT</vt:lpstr>
      <vt:lpstr>UML AND COMPONENTS DIAGRAMS : Charging Station</vt:lpstr>
      <vt:lpstr>UML AND COMPONENTS DIAGRAMS: Logging</vt:lpstr>
      <vt:lpstr>UML AND COMPONENTS DIAGRAMS : Order Management</vt:lpstr>
      <vt:lpstr>UML AND COMPONENTS DIAGRAMS : Order Management</vt:lpstr>
      <vt:lpstr>UML AND COMPONENTS DIAGRAMS : Storage Management</vt:lpstr>
      <vt:lpstr>UML AND COMPONENTS DIAGRAMS : Task Management</vt:lpstr>
      <vt:lpstr>MANAGEMENT I/O IN THE SYSTEM </vt:lpstr>
      <vt:lpstr>MANAGEMENT I/O IN THE SYSTEM</vt:lpstr>
      <vt:lpstr>USER INTERFACES Main Page</vt:lpstr>
      <vt:lpstr>USER INTERFACES Place an Order </vt:lpstr>
      <vt:lpstr>USER INTERFACE Monitor System </vt:lpstr>
      <vt:lpstr>DESCRIPTION OF CONCURRENCY</vt:lpstr>
      <vt:lpstr>UNIT TEST RESULTS</vt:lpstr>
      <vt:lpstr>UNIT TEST RESULTS</vt:lpstr>
      <vt:lpstr>UNIT TEST RESULTS</vt:lpstr>
      <vt:lpstr>UNIT TEST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Sarper Arslan</dc:creator>
  <cp:lastModifiedBy>Sarper Arslan</cp:lastModifiedBy>
  <cp:revision>40</cp:revision>
  <dcterms:created xsi:type="dcterms:W3CDTF">2025-11-13T23:11:27Z</dcterms:created>
  <dcterms:modified xsi:type="dcterms:W3CDTF">2025-11-14T12:44:28Z</dcterms:modified>
</cp:coreProperties>
</file>